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Sản lượng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47A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2A5F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410</c:v>
                </c:pt>
                <c:pt idx="2">
                  <c:v>380</c:v>
                </c:pt>
                <c:pt idx="3">
                  <c:v>520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288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CongTyABC  ·  File mẫu minh họa chuẩn slide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MẪU CHUẨN BRAND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slide, tiêu đề ngắn dưới 55 ký tự, mỗi slide một yếu tố thị giác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hai cột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051560" cy="64008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Văn bản trái, khối thị giác phải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Cột trái chứa lập luận chính, viết ngắn theo ý, không dán nguyên đoạn văn dài. Giới hạn 50-80 từ mỗi slide.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78308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24688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6263640" y="41148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 callout cho con số đắt giá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kiểm tra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051560" cy="64008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tròn + dòng, tối đa 5 mục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457200" cy="457200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thứ nhất, mô tả ngắn một dòng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57200" cy="457200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9260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thứ hai, nêu thẳng kết quả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393192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thứ ba, không lặp cấu trúc câu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26A69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493776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thứ tư, kết thúc bằng danh từ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vẽ sống từ dữ liệu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051560" cy="64008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1556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Màu lấy từ dãy accent của brand kit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737360"/>
          <a:ext cx="11155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47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Bảng và khối kêu gọi hành động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1051560" cy="64008"/>
          </a:xfrm>
          <a:prstGeom prst="rect">
            <a:avLst/>
          </a:prstGeom>
          <a:solidFill>
            <a:srgbClr val="FFA726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28800"/>
          <a:ext cx="7315200" cy="914400"/>
        </p:xfrm>
        <a:graphic>
          <a:graphicData uri="http://schemas.openxmlformats.org/drawingml/2006/table">
            <a:tbl>
              <a:tblPr/>
              <a:tblGrid>
                <a:gridCol w="2438400"/>
                <a:gridCol w="2438400"/>
                <a:gridCol w="2438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Hạng mục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Giá trị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Ghi chú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Gói cơ bản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triệu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Triển khai 4 tuần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Gói nâng cao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 triệu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Kèm đào tạo đội ngũ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828800"/>
            <a:ext cx="3474720" cy="2194560"/>
          </a:xfrm>
          <a:prstGeom prst="roundRect">
            <a:avLst>
              <a:gd name="adj" fmla="val 2500"/>
            </a:avLst>
          </a:prstGeom>
          <a:solidFill>
            <a:srgbClr val="0D47A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0" y="2103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A7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0" y="2697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0900 000 000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0" y="32461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lienhe@congtyabc.vn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28816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2026-07-07T14:58:46Z</dcterms:created>
  <dcterms:modified xsi:type="dcterms:W3CDTF">2026-07-07T14:58:46Z</dcterms:modified>
</cp:coreProperties>
</file>